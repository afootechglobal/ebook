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1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8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9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0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3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89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7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93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0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93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3652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26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17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45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5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5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94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physical components of a computer system are called __________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06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2: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200" b="1" dirty="0"/>
              <a:t>A __________ is a set of instructions that tells the computer what to do?</a:t>
            </a:r>
            <a:br>
              <a:rPr lang="en-US" sz="3200" b="1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4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3: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brain of the computer is the </a:t>
            </a:r>
            <a:r>
              <a:rPr lang="en-US" sz="3200" b="1" dirty="0" smtClean="0"/>
              <a:t>__________?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61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4: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__________ is the process of finding and fixing errors in software </a:t>
            </a:r>
            <a:r>
              <a:rPr lang="en-US" sz="3200" b="1" dirty="0" smtClean="0"/>
              <a:t>code?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83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62" decel="50000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62" decel="50000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5: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Microsoft Word is an example of a(n) __________ </a:t>
            </a:r>
            <a:r>
              <a:rPr lang="en-US" sz="3200" b="1" dirty="0" smtClean="0"/>
              <a:t>software?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73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6: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__________ is the standard output device of the </a:t>
            </a:r>
            <a:r>
              <a:rPr lang="en-US" sz="3200" b="1" dirty="0" smtClean="0"/>
              <a:t>compute?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93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7: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A collection of related web pages is known as a </a:t>
            </a:r>
            <a:r>
              <a:rPr lang="en-US" sz="3200" b="1" dirty="0" smtClean="0"/>
              <a:t>__________?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378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8: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shortcut key to undo an action in Microsoft word is  </a:t>
            </a:r>
            <a:r>
              <a:rPr lang="en-US" sz="3200" b="1" dirty="0" smtClean="0"/>
              <a:t>_________?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96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9: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__________ memory stores data temporarily and is volatile </a:t>
            </a:r>
            <a:r>
              <a:rPr lang="en-US" sz="3200" b="1" dirty="0" smtClean="0"/>
              <a:t>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64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10: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smallest unit of data in a computer is called a </a:t>
            </a:r>
            <a:r>
              <a:rPr lang="en-US" sz="3200" b="1" dirty="0" smtClean="0"/>
              <a:t>__________?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3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11: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A __________ connects computers within a limited area like a school or </a:t>
            </a:r>
            <a:r>
              <a:rPr lang="en-US" sz="3200" b="1" dirty="0" smtClean="0"/>
              <a:t>office?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0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12: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A __________ is used to connect different networks </a:t>
            </a:r>
            <a:r>
              <a:rPr lang="en-US" sz="3200" b="1" dirty="0" smtClean="0"/>
              <a:t>together?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53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13: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full meaning of URL is </a:t>
            </a:r>
            <a:r>
              <a:rPr lang="en-US" sz="3200" b="1" dirty="0" smtClean="0"/>
              <a:t>__________?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50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14: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__________ is the process of converting source code into machine </a:t>
            </a:r>
            <a:r>
              <a:rPr lang="en-US" sz="3200" b="1" dirty="0" smtClean="0"/>
              <a:t>code?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02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15: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In programming, a __________ is used to store data </a:t>
            </a:r>
            <a:r>
              <a:rPr lang="en-US" sz="3200" b="1" dirty="0" smtClean="0"/>
              <a:t>values?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94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16: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keyword used to display output in C language is </a:t>
            </a:r>
            <a:r>
              <a:rPr lang="en-US" sz="3200" b="1" dirty="0" smtClean="0"/>
              <a:t>__________?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1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17: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__________ Software helps protect computers from </a:t>
            </a:r>
            <a:r>
              <a:rPr lang="en-US" sz="3200" b="1" dirty="0" smtClean="0"/>
              <a:t>viruses?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24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18: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command used to create a directory in Command Prompt is </a:t>
            </a:r>
            <a:r>
              <a:rPr lang="en-US" sz="3200" b="1" dirty="0" smtClean="0"/>
              <a:t>__________?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08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19: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binary number system is made up of ______and </a:t>
            </a:r>
            <a:r>
              <a:rPr lang="en-US" sz="3200" b="1" dirty="0" smtClean="0"/>
              <a:t>______?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4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20: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protocol used </a:t>
            </a:r>
            <a:r>
              <a:rPr lang="en-US" sz="3200" b="1" dirty="0" smtClean="0"/>
              <a:t>to </a:t>
            </a:r>
            <a:r>
              <a:rPr lang="en-US" sz="3200" b="1" dirty="0"/>
              <a:t>transfer files over the Internet is </a:t>
            </a:r>
            <a:r>
              <a:rPr lang="en-US" sz="3200" b="1" dirty="0" smtClean="0"/>
              <a:t>__________?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0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211418"/>
            <a:ext cx="9404723" cy="931582"/>
          </a:xfrm>
        </p:spPr>
        <p:txBody>
          <a:bodyPr/>
          <a:lstStyle/>
          <a:p>
            <a:pPr algn="ctr"/>
            <a:r>
              <a:rPr lang="en-US" b="1" dirty="0" smtClean="0"/>
              <a:t>END OF THE SECOND SESSION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sz="3200" b="1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1143000"/>
            <a:ext cx="6921499" cy="5384800"/>
          </a:xfrm>
        </p:spPr>
      </p:pic>
    </p:spTree>
    <p:extLst>
      <p:ext uri="{BB962C8B-B14F-4D97-AF65-F5344CB8AC3E}">
        <p14:creationId xmlns:p14="http://schemas.microsoft.com/office/powerpoint/2010/main" val="290099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65</Words>
  <Application>Microsoft Office PowerPoint</Application>
  <PresentationFormat>Widescreen</PresentationFormat>
  <Paragraphs>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Ion</vt:lpstr>
      <vt:lpstr>Question 1:   The physical components of a computer system are called __________ </vt:lpstr>
      <vt:lpstr>Question 2:  A __________ is a set of instructions that tells the computer what to do?  </vt:lpstr>
      <vt:lpstr>Question 3:   The brain of the computer is the __________?</vt:lpstr>
      <vt:lpstr>Question 4:   __________ is the process of finding and fixing errors in software code?</vt:lpstr>
      <vt:lpstr>Question 5:   Microsoft Word is an example of a(n) __________ software?</vt:lpstr>
      <vt:lpstr>Question 6:   The __________ is the standard output device of the compute?</vt:lpstr>
      <vt:lpstr>Question 7:   A collection of related web pages is known as a __________?</vt:lpstr>
      <vt:lpstr>Question 8:   The shortcut key to undo an action in Microsoft word is  _________?</vt:lpstr>
      <vt:lpstr>Question 9:   __________ memory stores data temporarily and is volatile ?</vt:lpstr>
      <vt:lpstr>Question 10:   The smallest unit of data in a computer is called a __________?</vt:lpstr>
      <vt:lpstr>Question 11:   A __________ connects computers within a limited area like a school or office?</vt:lpstr>
      <vt:lpstr>Question 12:   A __________ is used to connect different networks together?</vt:lpstr>
      <vt:lpstr>Question 13:   The full meaning of URL is __________?</vt:lpstr>
      <vt:lpstr>Question 14:   __________ is the process of converting source code into machine code?</vt:lpstr>
      <vt:lpstr>Question 15:   In programming, a __________ is used to store data values?</vt:lpstr>
      <vt:lpstr>Question 16:   The keyword used to display output in C language is __________?</vt:lpstr>
      <vt:lpstr>Question 17:   __________ Software helps protect computers from viruses?</vt:lpstr>
      <vt:lpstr>Question 18:   The command used to create a directory in Command Prompt is __________?</vt:lpstr>
      <vt:lpstr>Question 19:   The binary number system is made up of ______and ______?</vt:lpstr>
      <vt:lpstr>Question 20:   The protocol used to transfer files over the Internet is __________?</vt:lpstr>
      <vt:lpstr>END OF THE SECOND SESSION 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1: The type of computer, which has the properties of both i.e. analogue computer and digital computer, is known as _________</dc:title>
  <dc:creator>AfooTECH Global</dc:creator>
  <cp:lastModifiedBy>AfooTECH Global</cp:lastModifiedBy>
  <cp:revision>5</cp:revision>
  <dcterms:created xsi:type="dcterms:W3CDTF">2025-07-23T05:16:23Z</dcterms:created>
  <dcterms:modified xsi:type="dcterms:W3CDTF">2025-07-23T09:03:10Z</dcterms:modified>
</cp:coreProperties>
</file>