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66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7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0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6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6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7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4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6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6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8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36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4796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80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32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8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4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459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744382"/>
          </a:xfrm>
        </p:spPr>
        <p:txBody>
          <a:bodyPr/>
          <a:lstStyle/>
          <a:p>
            <a:r>
              <a:rPr lang="en-US" b="1" dirty="0" smtClean="0"/>
              <a:t>Question 1: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 smtClean="0"/>
              <a:t>What </a:t>
            </a:r>
            <a:r>
              <a:rPr lang="en-US" sz="2800" b="1" dirty="0"/>
              <a:t>is the role of a kernel in an operating system?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4257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 smtClean="0"/>
              <a:t>Manages hardware resources 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B) </a:t>
            </a:r>
            <a:r>
              <a:rPr lang="en-US" b="1" dirty="0" smtClean="0"/>
              <a:t>Runs user applications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C) </a:t>
            </a:r>
            <a:r>
              <a:rPr lang="en-US" b="1" dirty="0" smtClean="0"/>
              <a:t>Provides GUI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D) </a:t>
            </a:r>
            <a:r>
              <a:rPr lang="en-US" b="1" dirty="0" smtClean="0"/>
              <a:t>Manages emails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657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09" y="4019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2: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layer of the OSI model deals with IP addressing?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199" y="26797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Application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Network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Transport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Session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64325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2519082"/>
          </a:xfrm>
        </p:spPr>
        <p:txBody>
          <a:bodyPr/>
          <a:lstStyle/>
          <a:p>
            <a:r>
              <a:rPr lang="en-US" b="1" dirty="0" smtClean="0"/>
              <a:t>Question 3: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of the following is NOT a programming paradigm?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32893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Object-oriented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Procedural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Functional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Mechanical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2692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circle/>
      </p:transition>
    </mc:Choice>
    <mc:Fallback xmlns="">
      <p:transition spd="slow" advClick="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4: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does 'polymorphism' mean in OOP?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Memory leak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Code duplication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Many forms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Unique identity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74614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5: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protocol is connection-oriented?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TCP 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B</a:t>
            </a:r>
            <a:r>
              <a:rPr lang="en-US" b="1" dirty="0" smtClean="0"/>
              <a:t>) </a:t>
            </a:r>
            <a:r>
              <a:rPr lang="en-US" b="1" dirty="0"/>
              <a:t>UDP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FTP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HTTP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493107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pPr lvl="0"/>
            <a:r>
              <a:rPr lang="en-US" b="1" dirty="0" smtClean="0"/>
              <a:t>Question 6: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keyword is used to define a class in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define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function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class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object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412020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856789" cy="2544482"/>
          </a:xfrm>
        </p:spPr>
        <p:txBody>
          <a:bodyPr/>
          <a:lstStyle/>
          <a:p>
            <a:pPr lvl="0"/>
            <a:r>
              <a:rPr lang="en-US" b="1" dirty="0" smtClean="0"/>
              <a:t>Question 7: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type of SQL command is this</a:t>
            </a:r>
            <a:r>
              <a:rPr lang="en-US" sz="2800" b="1" dirty="0" smtClean="0"/>
              <a:t>?</a:t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>INSERT INTO users (username, email) VALUES ('john', 'john@email.com');.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501" y="3365500"/>
            <a:ext cx="8946541" cy="30987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DML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 smtClean="0"/>
              <a:t>DCL</a:t>
            </a:r>
          </a:p>
          <a:p>
            <a:endParaRPr lang="en-US" b="1" dirty="0"/>
          </a:p>
          <a:p>
            <a:r>
              <a:rPr lang="en-US" b="1" dirty="0" smtClean="0"/>
              <a:t>C) DDL</a:t>
            </a:r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DQL</a:t>
            </a:r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3618866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pPr lvl="0"/>
            <a:r>
              <a:rPr lang="en-US" b="1" dirty="0" smtClean="0"/>
              <a:t>Question 8: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data structure uses key-value pairs in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List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Tuple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Dictionary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Set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499664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2087282"/>
          </a:xfrm>
        </p:spPr>
        <p:txBody>
          <a:bodyPr/>
          <a:lstStyle/>
          <a:p>
            <a:pPr lvl="0"/>
            <a:r>
              <a:rPr lang="en-US" b="1" dirty="0" smtClean="0"/>
              <a:t>Question 9: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does the following SQL statement do</a:t>
            </a:r>
            <a:r>
              <a:rPr lang="en-US" sz="2800" b="1" dirty="0" smtClean="0"/>
              <a:t>?</a:t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>SELECT COUNT(*) FROM students WHERE grade &gt; 70;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30988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Adds grades above 70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Returns total number of students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Counts students with grade above 70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Finds max grade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98530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2493682"/>
          </a:xfrm>
        </p:spPr>
        <p:txBody>
          <a:bodyPr/>
          <a:lstStyle/>
          <a:p>
            <a:r>
              <a:rPr lang="en-US" b="1" dirty="0" smtClean="0"/>
              <a:t>Question 10: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</a:t>
            </a:r>
            <a:r>
              <a:rPr lang="en-US" sz="2800" b="1" dirty="0" smtClean="0"/>
              <a:t>does </a:t>
            </a:r>
            <a:r>
              <a:rPr lang="en-US" sz="2800" b="1" dirty="0"/>
              <a:t>the following Java line do</a:t>
            </a:r>
            <a:r>
              <a:rPr lang="en-US" sz="2800" b="1" dirty="0" smtClean="0"/>
              <a:t>?</a:t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>String name = "NACOS";</a:t>
            </a:r>
            <a:br>
              <a:rPr lang="en-US" sz="2800" b="1" dirty="0"/>
            </a:br>
            <a:r>
              <a:rPr lang="en-US" sz="2800" b="1" dirty="0" err="1"/>
              <a:t>System.out.println</a:t>
            </a:r>
            <a:r>
              <a:rPr lang="en-US" sz="2800" b="1" dirty="0"/>
              <a:t>(</a:t>
            </a:r>
            <a:r>
              <a:rPr lang="en-US" sz="2800" b="1" dirty="0" err="1"/>
              <a:t>name.length</a:t>
            </a:r>
            <a:r>
              <a:rPr lang="en-US" sz="2800" b="1" dirty="0"/>
              <a:t>());?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33528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Converts name to integer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Shows the name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Returns number of characters in name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Displays error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773030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11: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is the full form of API?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Advanced Programming Interface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Application Programming Interface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Applied Program Interface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Automated Process Instruction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249277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12</a:t>
            </a:r>
            <a:r>
              <a:rPr lang="en-US" b="1" dirty="0" smtClean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is Big Data?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Large physical drives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Structured databases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Complex large data sets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Cloud storage only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96863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13: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 smtClean="0"/>
              <a:t>What </a:t>
            </a:r>
            <a:r>
              <a:rPr lang="en-US" sz="2800" b="1" dirty="0"/>
              <a:t>symbol is used for single-line comments in Python?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882900"/>
            <a:ext cx="8946541" cy="3263899"/>
          </a:xfrm>
        </p:spPr>
        <p:txBody>
          <a:bodyPr>
            <a:normAutofit/>
          </a:bodyPr>
          <a:lstStyle/>
          <a:p>
            <a:r>
              <a:rPr lang="en-US" b="1" dirty="0" smtClean="0"/>
              <a:t>A) </a:t>
            </a:r>
            <a:r>
              <a:rPr lang="en-US" b="1" dirty="0"/>
              <a:t>//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 smtClean="0"/>
              <a:t>&lt;!--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#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/*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84293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14: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is the difference between '==' and 'equals()' in Java?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7305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No difference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'==' compares objects, 'equals()' compares values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'==' compares values, 'equals()' compares references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). '==' is for strings only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87121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845982"/>
          </a:xfrm>
        </p:spPr>
        <p:txBody>
          <a:bodyPr/>
          <a:lstStyle/>
          <a:p>
            <a:pPr lvl="0"/>
            <a:r>
              <a:rPr lang="en-US" b="1" dirty="0" smtClean="0"/>
              <a:t>Question 15: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is inheritance in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705100"/>
            <a:ext cx="8946541" cy="30860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Hiding details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Storing data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Acquiring properties of another class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Overloading functions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54185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541182"/>
          </a:xfrm>
        </p:spPr>
        <p:txBody>
          <a:bodyPr/>
          <a:lstStyle/>
          <a:p>
            <a:r>
              <a:rPr lang="en-US" b="1" dirty="0" smtClean="0"/>
              <a:t>Question 16: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In cybersecurity, what does VPN stand for?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9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Virtual Public Network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Virtual Private </a:t>
            </a:r>
            <a:r>
              <a:rPr lang="en-US" b="1" dirty="0" smtClean="0"/>
              <a:t>Network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Very Protected Network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Verified Private Network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42058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17: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command is used to view contents of a directory in Linux?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9718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 err="1"/>
              <a:t>dir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cd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ls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 err="1"/>
              <a:t>pwd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6936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18: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of these is used for multithreading in Java?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959100"/>
            <a:ext cx="8946541" cy="3289300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Runnable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Thread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Both A and B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None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625403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1" y="452718"/>
            <a:ext cx="9404723" cy="1845982"/>
          </a:xfrm>
        </p:spPr>
        <p:txBody>
          <a:bodyPr/>
          <a:lstStyle/>
          <a:p>
            <a:r>
              <a:rPr lang="en-US" b="1" dirty="0" smtClean="0"/>
              <a:t>Question 19: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is the difference between public and private IP addresses?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101" y="28067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None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Public used inside LAN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Private used for internet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Private used in </a:t>
            </a:r>
            <a:r>
              <a:rPr lang="en-US" b="1" dirty="0" smtClean="0"/>
              <a:t>LAN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422612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693582"/>
          </a:xfrm>
        </p:spPr>
        <p:txBody>
          <a:bodyPr/>
          <a:lstStyle/>
          <a:p>
            <a:r>
              <a:rPr lang="en-US" b="1" dirty="0" smtClean="0"/>
              <a:t>Question 20: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What is a class in object-oriented programming?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901" y="25273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Data variable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Function call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Template for objects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Control structure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379740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154" y="1108640"/>
            <a:ext cx="7118252" cy="550317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32" y="157297"/>
            <a:ext cx="9404723" cy="897780"/>
          </a:xfrm>
        </p:spPr>
        <p:txBody>
          <a:bodyPr/>
          <a:lstStyle/>
          <a:p>
            <a:pPr algn="ctr"/>
            <a:r>
              <a:rPr lang="en-US" b="1" dirty="0" smtClean="0"/>
              <a:t>END OF THE FIRST SESSION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2796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164</TotalTime>
  <Words>408</Words>
  <Application>Microsoft Office PowerPoint</Application>
  <PresentationFormat>Widescreen</PresentationFormat>
  <Paragraphs>161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Ion</vt:lpstr>
      <vt:lpstr>Question 1: What is the role of a kernel in an operating system?</vt:lpstr>
      <vt:lpstr>Question 2: What layer of the OSI model deals with IP addressing?</vt:lpstr>
      <vt:lpstr>Question 3: Which of the following is NOT a programming paradigm?</vt:lpstr>
      <vt:lpstr>Question 4: What does 'polymorphism' mean in OOP?</vt:lpstr>
      <vt:lpstr>Question 5: Which protocol is connection-oriented?</vt:lpstr>
      <vt:lpstr>Question 6: Which keyword is used to define a class in Java?</vt:lpstr>
      <vt:lpstr>Question 7: What type of SQL command is this?  INSERT INTO users (username, email) VALUES ('john', 'john@email.com');.</vt:lpstr>
      <vt:lpstr>Question 8: Which data structure uses key-value pairs in Python?</vt:lpstr>
      <vt:lpstr>Question 9: What does the following SQL statement do?  SELECT COUNT(*) FROM students WHERE grade &gt; 70; </vt:lpstr>
      <vt:lpstr>Question 10: What does the following Java line do?  String name = "NACOS"; System.out.println(name.length());? </vt:lpstr>
      <vt:lpstr>Question 11: What is the full form of API?</vt:lpstr>
      <vt:lpstr>Question 12: What is Big Data?</vt:lpstr>
      <vt:lpstr>Question 13: What symbol is used for single-line comments in Python?</vt:lpstr>
      <vt:lpstr>Question 14: What is the difference between '==' and 'equals()' in Java?</vt:lpstr>
      <vt:lpstr>Question 15: What is inheritance in Java?</vt:lpstr>
      <vt:lpstr>Question 16: In cybersecurity, what does VPN stand for?</vt:lpstr>
      <vt:lpstr>Question 17: Which command is used to view contents of a directory in Linux?</vt:lpstr>
      <vt:lpstr>Question 18: Which of these is used for multithreading in Java?</vt:lpstr>
      <vt:lpstr>Question 19: What is the difference between public and private IP addresses?</vt:lpstr>
      <vt:lpstr>Question 20: What is a class in object-oriented programming?</vt:lpstr>
      <vt:lpstr>END OF THE FIRST SESSION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1: The type of computer, which has the properties of both i.e. analogue computer and digital computer, is known as _________</dc:title>
  <dc:creator>AfooTECH Global</dc:creator>
  <cp:lastModifiedBy>AfooTECH Global</cp:lastModifiedBy>
  <cp:revision>44</cp:revision>
  <dcterms:created xsi:type="dcterms:W3CDTF">2025-07-23T03:38:44Z</dcterms:created>
  <dcterms:modified xsi:type="dcterms:W3CDTF">2025-07-23T08:38:41Z</dcterms:modified>
</cp:coreProperties>
</file>