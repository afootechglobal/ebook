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1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8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9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0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3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8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7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9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0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3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3652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2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17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45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5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5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9C4A59-FD84-41F8-8523-1293341E835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C3DE4-4D10-412C-9C49-C1BA551E9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94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484282"/>
          </a:xfrm>
        </p:spPr>
        <p:txBody>
          <a:bodyPr/>
          <a:lstStyle/>
          <a:p>
            <a:r>
              <a:rPr lang="en-US" b="1" dirty="0" smtClean="0"/>
              <a:t>Question 1: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type of learning that is a subset of artificial intelligence and enables systems to learn from data is called __________. 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2: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200" b="1" dirty="0"/>
              <a:t>________ allows multiple OS to run on a single </a:t>
            </a:r>
            <a:r>
              <a:rPr lang="en-US" sz="3200" b="1" dirty="0" smtClean="0"/>
              <a:t>machine?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4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3: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 is the process of organizing data to reduce </a:t>
            </a:r>
            <a:r>
              <a:rPr lang="en-US" sz="3200" b="1" dirty="0" smtClean="0"/>
              <a:t>redundancy?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4: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A _____ is a function that calls </a:t>
            </a:r>
            <a:r>
              <a:rPr lang="en-US" sz="3200" b="1" dirty="0" smtClean="0"/>
              <a:t>itself?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3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5: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DNS </a:t>
            </a:r>
            <a:r>
              <a:rPr lang="en-US" sz="3200" b="1" dirty="0" smtClean="0"/>
              <a:t>translates </a:t>
            </a:r>
            <a:r>
              <a:rPr lang="en-US" sz="3200" b="1" dirty="0"/>
              <a:t>domain names into </a:t>
            </a:r>
            <a:r>
              <a:rPr lang="en-US" sz="3200" b="1" dirty="0" smtClean="0"/>
              <a:t>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3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6: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/>
              <a:t> </a:t>
            </a:r>
            <a:r>
              <a:rPr lang="en-US" sz="3200" b="1" dirty="0"/>
              <a:t>_____ is a system software that manages computer hardware and software </a:t>
            </a:r>
            <a:r>
              <a:rPr lang="en-US" sz="3200" b="1" dirty="0" smtClean="0"/>
              <a:t>resources?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93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7: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In OOP, _____ allows a class to inherit properties from another </a:t>
            </a:r>
            <a:r>
              <a:rPr lang="en-US" sz="3200" b="1" dirty="0" smtClean="0"/>
              <a:t>class?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7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106582"/>
          </a:xfrm>
        </p:spPr>
        <p:txBody>
          <a:bodyPr/>
          <a:lstStyle/>
          <a:p>
            <a:pPr lvl="0"/>
            <a:r>
              <a:rPr lang="en-US" b="1" dirty="0" smtClean="0"/>
              <a:t>Question 8: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What is the output?</a:t>
            </a:r>
            <a:br>
              <a:rPr lang="en-US" sz="3200" b="1" dirty="0"/>
            </a:br>
            <a:r>
              <a:rPr lang="en-US" sz="3200" b="1" dirty="0"/>
              <a:t>x = [1, 2, 3]</a:t>
            </a:r>
            <a:br>
              <a:rPr lang="en-US" sz="3200" b="1" dirty="0"/>
            </a:br>
            <a:r>
              <a:rPr lang="en-US" sz="3200" b="1" dirty="0" err="1"/>
              <a:t>x.append</a:t>
            </a:r>
            <a:r>
              <a:rPr lang="en-US" sz="3200" b="1" dirty="0"/>
              <a:t>(4)</a:t>
            </a:r>
            <a:br>
              <a:rPr lang="en-US" sz="3200" b="1" dirty="0"/>
            </a:br>
            <a:r>
              <a:rPr lang="en-US" sz="3200" b="1" dirty="0"/>
              <a:t>print(x)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5207000"/>
            <a:ext cx="8946541" cy="10839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6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992282"/>
          </a:xfrm>
        </p:spPr>
        <p:txBody>
          <a:bodyPr/>
          <a:lstStyle/>
          <a:p>
            <a:pPr lvl="0"/>
            <a:r>
              <a:rPr lang="en-US" b="1" dirty="0" smtClean="0"/>
              <a:t>Question 9: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What keyword is used to inherit a class in Java</a:t>
            </a:r>
            <a:r>
              <a:rPr lang="en-US" sz="3200" b="1" dirty="0" smtClean="0"/>
              <a:t>?</a:t>
            </a:r>
            <a:br>
              <a:rPr lang="en-US" sz="3200" b="1" dirty="0" smtClean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>class Dog extends Animal {</a:t>
            </a:r>
            <a:br>
              <a:rPr lang="en-US" sz="3200" b="1" dirty="0"/>
            </a:br>
            <a:r>
              <a:rPr lang="en-US" sz="3200" b="1" dirty="0" smtClean="0"/>
              <a:t>}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762500"/>
            <a:ext cx="8946541" cy="15284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64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10: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set of rules that define the structure of a programming language is called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11: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__________ protocol is used for secure communication over a computer </a:t>
            </a:r>
            <a:r>
              <a:rPr lang="en-US" sz="3200" b="1" dirty="0" smtClean="0"/>
              <a:t>network?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0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12: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__________ is used to uniquely identify a record in a database </a:t>
            </a:r>
            <a:r>
              <a:rPr lang="en-US" sz="3200" b="1" dirty="0" smtClean="0"/>
              <a:t>table?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53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pPr lvl="0"/>
            <a:r>
              <a:rPr lang="en-US" b="1" dirty="0" smtClean="0"/>
              <a:t>Question 13: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 handles runtime errors in Java?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50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14: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 data structure uses key-value pairs in python? 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02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15: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default port number for HTTP is </a:t>
            </a:r>
            <a:r>
              <a:rPr lang="en-US" sz="3200" b="1" dirty="0" smtClean="0"/>
              <a:t>__________?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4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16: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 is a tool used for version control in software </a:t>
            </a:r>
            <a:r>
              <a:rPr lang="en-US" sz="3200" b="1" dirty="0" smtClean="0"/>
              <a:t>development?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17: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__________ is the conversion of data into a code to prevent unauthorized </a:t>
            </a:r>
            <a:r>
              <a:rPr lang="en-US" sz="3200" b="1" dirty="0" smtClean="0"/>
              <a:t>access?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24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18: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Give your meaning to this query</a:t>
            </a:r>
            <a:br>
              <a:rPr lang="en-US" sz="3200" b="1" dirty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>SELECT department, COUNT(*) FROM employees GROUP BY department;.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8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725582"/>
          </a:xfrm>
        </p:spPr>
        <p:txBody>
          <a:bodyPr/>
          <a:lstStyle/>
          <a:p>
            <a:r>
              <a:rPr lang="en-US" b="1" dirty="0" smtClean="0"/>
              <a:t>Question 19: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/>
              <a:t>The __________ operator in most programming languages is used to compare two </a:t>
            </a:r>
            <a:r>
              <a:rPr lang="en-US" sz="3200" b="1" dirty="0" smtClean="0"/>
              <a:t>values?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521200"/>
            <a:ext cx="8946541" cy="17697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4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82682"/>
          </a:xfrm>
        </p:spPr>
        <p:txBody>
          <a:bodyPr/>
          <a:lstStyle/>
          <a:p>
            <a:r>
              <a:rPr lang="en-US" b="1" dirty="0" smtClean="0"/>
              <a:t>Question 20: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b="1" dirty="0" err="1"/>
              <a:t>System.println</a:t>
            </a:r>
            <a:r>
              <a:rPr lang="en-US" sz="3200" b="1" dirty="0"/>
              <a:t>("Hello”) is the correct syntax to print in Java?</a:t>
            </a:r>
            <a:endParaRPr lang="en-US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4293" y="4038600"/>
            <a:ext cx="8946541" cy="2252381"/>
          </a:xfrm>
        </p:spPr>
        <p:txBody>
          <a:bodyPr/>
          <a:lstStyle/>
          <a:p>
            <a:r>
              <a:rPr lang="en-US" b="1" dirty="0" smtClean="0"/>
              <a:t>A) TRUE</a:t>
            </a:r>
          </a:p>
          <a:p>
            <a:endParaRPr lang="en-US" b="1" dirty="0"/>
          </a:p>
          <a:p>
            <a:r>
              <a:rPr lang="en-US" b="1" dirty="0" smtClean="0"/>
              <a:t>B) FALSE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30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11418"/>
            <a:ext cx="9404723" cy="931582"/>
          </a:xfrm>
        </p:spPr>
        <p:txBody>
          <a:bodyPr/>
          <a:lstStyle/>
          <a:p>
            <a:pPr algn="ctr"/>
            <a:r>
              <a:rPr lang="en-US" b="1" dirty="0" smtClean="0"/>
              <a:t>END OF THE SECOND SESSION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3200" b="1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1143000"/>
            <a:ext cx="6921499" cy="5384800"/>
          </a:xfrm>
        </p:spPr>
      </p:pic>
    </p:spTree>
    <p:extLst>
      <p:ext uri="{BB962C8B-B14F-4D97-AF65-F5344CB8AC3E}">
        <p14:creationId xmlns:p14="http://schemas.microsoft.com/office/powerpoint/2010/main" val="290099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wipe/>
      </p:transition>
    </mc:Choice>
    <mc:Fallback xmlns="">
      <p:transition spd="slow" advClick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</TotalTime>
  <Words>71</Words>
  <Application>Microsoft Office PowerPoint</Application>
  <PresentationFormat>Widescreen</PresentationFormat>
  <Paragraphs>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</vt:lpstr>
      <vt:lpstr>Question 1:   The type of learning that is a subset of artificial intelligence and enables systems to learn from data is called __________. </vt:lpstr>
      <vt:lpstr>Question 2:   ________ allows multiple OS to run on a single machine?  </vt:lpstr>
      <vt:lpstr>Question 3:   ________ is the process of organizing data to reduce redundancy?</vt:lpstr>
      <vt:lpstr>Question 4:   A _____ is a function that calls itself?</vt:lpstr>
      <vt:lpstr>Question 5:   DNS translates domain names into _____?</vt:lpstr>
      <vt:lpstr>Question 6:    _____ is a system software that manages computer hardware and software resources?</vt:lpstr>
      <vt:lpstr>Question 7:   In OOP, _____ allows a class to inherit properties from another class?</vt:lpstr>
      <vt:lpstr>Question 8:  What is the output? x = [1, 2, 3] x.append(4) print(x)</vt:lpstr>
      <vt:lpstr>Question 9:  What keyword is used to inherit a class in Java?  class Dog extends Animal { }</vt:lpstr>
      <vt:lpstr>Question 10:   The set of rules that define the structure of a programming language is called __________?</vt:lpstr>
      <vt:lpstr>Question 11:   __________ protocol is used for secure communication over a computer network?</vt:lpstr>
      <vt:lpstr>Question 12:   __________ is used to uniquely identify a record in a database table?</vt:lpstr>
      <vt:lpstr>Question 13:   ________ handles runtime errors in Java? </vt:lpstr>
      <vt:lpstr>Question 14:   _________ data structure uses key-value pairs in python? </vt:lpstr>
      <vt:lpstr>Question 15:   The default port number for HTTP is __________?</vt:lpstr>
      <vt:lpstr>Question 16:   _____ is a tool used for version control in software development?</vt:lpstr>
      <vt:lpstr>Question 17:   __________ is the conversion of data into a code to prevent unauthorized access?</vt:lpstr>
      <vt:lpstr>Question 18:  Give your meaning to this query  SELECT department, COUNT(*) FROM employees GROUP BY department;.</vt:lpstr>
      <vt:lpstr>Question 19:   The __________ operator in most programming languages is used to compare two values?</vt:lpstr>
      <vt:lpstr>Question 20:   System.println("Hello”) is the correct syntax to print in Java?</vt:lpstr>
      <vt:lpstr>END OF THE SECOND SESSION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1: The type of computer, which has the properties of both i.e. analogue computer and digital computer, is known as _________</dc:title>
  <dc:creator>AfooTECH Global</dc:creator>
  <cp:lastModifiedBy>AfooTECH Global</cp:lastModifiedBy>
  <cp:revision>11</cp:revision>
  <dcterms:created xsi:type="dcterms:W3CDTF">2025-07-23T05:16:23Z</dcterms:created>
  <dcterms:modified xsi:type="dcterms:W3CDTF">2025-07-23T08:57:07Z</dcterms:modified>
</cp:coreProperties>
</file>