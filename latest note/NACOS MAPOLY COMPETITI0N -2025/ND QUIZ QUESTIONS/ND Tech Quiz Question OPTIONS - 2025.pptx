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66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74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0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61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63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74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47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6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62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8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36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4796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7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80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032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8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34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CD90405-A2C1-488C-AB74-7ABA72FCC19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0E2A2-3EDF-45D5-BA05-86911182A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459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2519082"/>
          </a:xfrm>
        </p:spPr>
        <p:txBody>
          <a:bodyPr/>
          <a:lstStyle/>
          <a:p>
            <a:r>
              <a:rPr lang="en-US" b="1" dirty="0" smtClean="0"/>
              <a:t>Question 1: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The type of computer, which has the properties of both i.e. analogue computer and digital computer, is known </a:t>
            </a:r>
            <a:r>
              <a:rPr lang="en-US" sz="2800" b="1" dirty="0" smtClean="0"/>
              <a:t>as _________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32893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Analogue-cum Digital </a:t>
            </a:r>
            <a:r>
              <a:rPr lang="en-US" b="1" dirty="0" smtClean="0"/>
              <a:t>Computer</a:t>
            </a:r>
          </a:p>
          <a:p>
            <a:endParaRPr lang="en-US" dirty="0"/>
          </a:p>
          <a:p>
            <a:r>
              <a:rPr lang="en-US" b="1" dirty="0" smtClean="0"/>
              <a:t>B) </a:t>
            </a:r>
            <a:r>
              <a:rPr lang="en-US" b="1" dirty="0"/>
              <a:t>Super Computer</a:t>
            </a:r>
            <a:r>
              <a:rPr lang="en-US" b="1" dirty="0" smtClean="0"/>
              <a:t> </a:t>
            </a:r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Hybrid </a:t>
            </a:r>
            <a:r>
              <a:rPr lang="en-US" b="1" dirty="0" smtClean="0"/>
              <a:t>Computer</a:t>
            </a:r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Computer of Future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76576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>
        <p:wipe/>
      </p:transition>
    </mc:Choice>
    <mc:Fallback>
      <p:transition spd="slow" advClick="0">
        <p:wip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2: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Which of the following is not an operating </a:t>
            </a:r>
            <a:r>
              <a:rPr lang="en-US" sz="2800" b="1" dirty="0" smtClean="0"/>
              <a:t>system?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514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Windows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Linux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Oracle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 err="1"/>
              <a:t>macOS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64325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2519082"/>
          </a:xfrm>
        </p:spPr>
        <p:txBody>
          <a:bodyPr/>
          <a:lstStyle/>
          <a:p>
            <a:r>
              <a:rPr lang="en-US" b="1" dirty="0" smtClean="0"/>
              <a:t>Question 3: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A sort of malware computer program that keeps replicating itself and can easily get diffused into other computers through internet is known as </a:t>
            </a:r>
            <a:r>
              <a:rPr lang="en-US" sz="2800" b="1" dirty="0" smtClean="0"/>
              <a:t>_____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32893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Virus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Worms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Trojans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Spyware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26925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>
        <p:circle/>
      </p:transition>
    </mc:Choice>
    <mc:Fallback>
      <p:transition spd="slow" advClick="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4: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Which among the following period is known as the era of second generation computer?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514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1971 to 1980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1976 to 1985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1990 to 2000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1982 onwards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074614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5: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Who among the following has designed the Java programing language?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514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 err="1"/>
              <a:t>Rasmus</a:t>
            </a:r>
            <a:r>
              <a:rPr lang="en-US" b="1" dirty="0"/>
              <a:t> </a:t>
            </a:r>
            <a:r>
              <a:rPr lang="en-US" b="1" dirty="0" err="1"/>
              <a:t>Lerdorf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Guido van Rossum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Brendan </a:t>
            </a:r>
            <a:r>
              <a:rPr lang="en-US" b="1" dirty="0" err="1"/>
              <a:t>Eich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James Gosling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493107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6: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Which among the following is known as point-and-draw device?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514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Keyboard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Scanner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Mouse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CPU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412020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7: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Node is a connection or junction point in a computer networking system.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514601"/>
            <a:ext cx="8946541" cy="2374900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False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True 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3618866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8: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Which among the following was the first computer virus?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514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Conifer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I Love you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Melissa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Elk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499664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9: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Which device is used to connect to the internet?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514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Flash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Scanner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Router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Printer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98530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10: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The software, which can be used on an installed operating system, is known as </a:t>
            </a:r>
            <a:r>
              <a:rPr lang="en-US" sz="2800" b="1" dirty="0" smtClean="0"/>
              <a:t>________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7559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Internet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Application Software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Operating System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All of the above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773030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11: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 smtClean="0"/>
              <a:t>An </a:t>
            </a:r>
            <a:r>
              <a:rPr lang="en-US" sz="2800" b="1" dirty="0"/>
              <a:t>example of programming language that interact directly with processor is known as </a:t>
            </a:r>
            <a:r>
              <a:rPr lang="en-US" sz="2800" b="1" dirty="0" smtClean="0"/>
              <a:t>______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514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High Level Language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Assembly Language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Programming </a:t>
            </a:r>
            <a:r>
              <a:rPr lang="en-US" b="1" dirty="0" err="1"/>
              <a:t>Lanhuage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System Software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249277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12: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Which of the following might be done offline?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514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Passport Application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E-commerce Transactions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Instant Messaging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Video Conferencing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96863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13: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This technique provides facility to store and execute more than one program in the Central Processing Unit (CPU) simultaneously?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8829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Real Time Processing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Multiple Processing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Time Sharing Processing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Many to Many Processing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84293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14: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_____ </a:t>
            </a:r>
            <a:r>
              <a:rPr lang="en-US" sz="2800" b="1" dirty="0" smtClean="0"/>
              <a:t>is </a:t>
            </a:r>
            <a:r>
              <a:rPr lang="en-US" sz="2800" b="1" dirty="0"/>
              <a:t>a blueprint that pictorially represents the algorithm and its steps?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7305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Algorithm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System Diagram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Flowchart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Data Analysis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487121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2658782"/>
          </a:xfrm>
        </p:spPr>
        <p:txBody>
          <a:bodyPr/>
          <a:lstStyle/>
          <a:p>
            <a:r>
              <a:rPr lang="en-US" b="1" dirty="0" smtClean="0"/>
              <a:t>Question 15: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___ </a:t>
            </a:r>
            <a:r>
              <a:rPr lang="en-US" sz="2800" b="1" dirty="0" smtClean="0"/>
              <a:t>is </a:t>
            </a:r>
            <a:r>
              <a:rPr lang="en-US" sz="2800" b="1" dirty="0"/>
              <a:t>a private network organization, which is actually the part of respective company’s intranet and its services are extended to users outside the </a:t>
            </a:r>
            <a:r>
              <a:rPr lang="en-US" sz="2800" b="1" dirty="0" smtClean="0"/>
              <a:t>company?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3492500"/>
            <a:ext cx="8946541" cy="30860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Internet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Extranet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Intranet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Networking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554185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2277782"/>
          </a:xfrm>
        </p:spPr>
        <p:txBody>
          <a:bodyPr/>
          <a:lstStyle/>
          <a:p>
            <a:r>
              <a:rPr lang="en-US" b="1" dirty="0" smtClean="0"/>
              <a:t>Question 16: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___ </a:t>
            </a:r>
            <a:r>
              <a:rPr lang="en-US" sz="2800" b="1" dirty="0" smtClean="0"/>
              <a:t>is </a:t>
            </a:r>
            <a:r>
              <a:rPr lang="en-US" sz="2800" b="1" dirty="0"/>
              <a:t>computer system has high capacity to integrate different media including text, image, graphics, audio, and video?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34544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Computer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Software Packages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Multimedia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Computer System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142058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17: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The programs machine instructions are store in __ memory </a:t>
            </a:r>
            <a:r>
              <a:rPr lang="en-US" sz="2800" b="1" dirty="0" smtClean="0"/>
              <a:t>segment.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9718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Data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Stack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Heap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Code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6936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909482"/>
          </a:xfrm>
        </p:spPr>
        <p:txBody>
          <a:bodyPr/>
          <a:lstStyle/>
          <a:p>
            <a:r>
              <a:rPr lang="en-US" b="1" dirty="0" smtClean="0"/>
              <a:t>Question 18: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___ </a:t>
            </a:r>
            <a:r>
              <a:rPr lang="en-US" sz="2800" b="1" dirty="0" smtClean="0"/>
              <a:t>is </a:t>
            </a:r>
            <a:r>
              <a:rPr lang="en-US" sz="2800" b="1" dirty="0"/>
              <a:t>a proper technique that illustrates the right solution in logical and feasible </a:t>
            </a:r>
            <a:r>
              <a:rPr lang="en-US" sz="2800" b="1" dirty="0" smtClean="0"/>
              <a:t>steps?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2959100"/>
            <a:ext cx="8946541" cy="3289300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Data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Coding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Algorithm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Graph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625403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611" y="452718"/>
            <a:ext cx="9404723" cy="2226982"/>
          </a:xfrm>
        </p:spPr>
        <p:txBody>
          <a:bodyPr/>
          <a:lstStyle/>
          <a:p>
            <a:r>
              <a:rPr lang="en-US" b="1" dirty="0" smtClean="0"/>
              <a:t>Question 19: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___ </a:t>
            </a:r>
            <a:r>
              <a:rPr lang="en-US" sz="2800" b="1" dirty="0" smtClean="0"/>
              <a:t>is </a:t>
            </a:r>
            <a:r>
              <a:rPr lang="en-US" sz="2800" b="1" dirty="0"/>
              <a:t>depending upon the power of the computer, it can perform, it can take Millions of instructions per second.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01" y="32131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Diligence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Memory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Storage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Speed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422612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2404782"/>
          </a:xfrm>
        </p:spPr>
        <p:txBody>
          <a:bodyPr/>
          <a:lstStyle/>
          <a:p>
            <a:r>
              <a:rPr lang="en-US" b="1" dirty="0" smtClean="0"/>
              <a:t>Question 20: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/>
              <a:t>In 1822, who developed a machine capable to calculate the successive difference of expression and prepared a table which helped him in his calculations.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3276600"/>
            <a:ext cx="8946541" cy="3263899"/>
          </a:xfrm>
        </p:spPr>
        <p:txBody>
          <a:bodyPr/>
          <a:lstStyle/>
          <a:p>
            <a:r>
              <a:rPr lang="en-US" b="1" dirty="0" smtClean="0"/>
              <a:t>A) </a:t>
            </a:r>
            <a:r>
              <a:rPr lang="en-US" b="1" dirty="0"/>
              <a:t>Lady Ada Lovelace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B) </a:t>
            </a:r>
            <a:r>
              <a:rPr lang="en-US" b="1" dirty="0"/>
              <a:t>Charles Babbage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C) Blaise </a:t>
            </a:r>
            <a:r>
              <a:rPr lang="en-US" b="1" dirty="0"/>
              <a:t>Pascal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D) </a:t>
            </a:r>
            <a:r>
              <a:rPr lang="en-US" b="1" dirty="0"/>
              <a:t>John Napier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379740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154" y="1108640"/>
            <a:ext cx="7118252" cy="5503173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632" y="157297"/>
            <a:ext cx="9404723" cy="897780"/>
          </a:xfrm>
        </p:spPr>
        <p:txBody>
          <a:bodyPr/>
          <a:lstStyle/>
          <a:p>
            <a:pPr algn="ctr"/>
            <a:r>
              <a:rPr lang="en-US" b="1" dirty="0" smtClean="0"/>
              <a:t>END OF THE FIRST SESSION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2796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133</TotalTime>
  <Words>350</Words>
  <Application>Microsoft Office PowerPoint</Application>
  <PresentationFormat>Widescreen</PresentationFormat>
  <Paragraphs>157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Century Gothic</vt:lpstr>
      <vt:lpstr>Wingdings 3</vt:lpstr>
      <vt:lpstr>Ion</vt:lpstr>
      <vt:lpstr>Question 1: The type of computer, which has the properties of both i.e. analogue computer and digital computer, is known as _________</vt:lpstr>
      <vt:lpstr>Question 2: Which of the following is not an operating system?</vt:lpstr>
      <vt:lpstr>Question 3: A sort of malware computer program that keeps replicating itself and can easily get diffused into other computers through internet is known as _____</vt:lpstr>
      <vt:lpstr>Question 4: Which among the following period is known as the era of second generation computer?</vt:lpstr>
      <vt:lpstr>Question 5: Who among the following has designed the Java programing language?</vt:lpstr>
      <vt:lpstr>Question 6: Which among the following is known as point-and-draw device?</vt:lpstr>
      <vt:lpstr>Question 7: Node is a connection or junction point in a computer networking system.</vt:lpstr>
      <vt:lpstr>Question 8: Which among the following was the first computer virus?</vt:lpstr>
      <vt:lpstr>Question 9: Which device is used to connect to the internet?</vt:lpstr>
      <vt:lpstr>Question 10: The software, which can be used on an installed operating system, is known as ________</vt:lpstr>
      <vt:lpstr>Question 11: An example of programming language that interact directly with processor is known as ______</vt:lpstr>
      <vt:lpstr>Question 12: Which of the following might be done offline?</vt:lpstr>
      <vt:lpstr>Question 13: This technique provides facility to store and execute more than one program in the Central Processing Unit (CPU) simultaneously?</vt:lpstr>
      <vt:lpstr>Question 14: _____ is a blueprint that pictorially represents the algorithm and its steps?</vt:lpstr>
      <vt:lpstr>Question 15: ___ is a private network organization, which is actually the part of respective company’s intranet and its services are extended to users outside the company?</vt:lpstr>
      <vt:lpstr>Question 16: ___ is computer system has high capacity to integrate different media including text, image, graphics, audio, and video?</vt:lpstr>
      <vt:lpstr>Question 17: The programs machine instructions are store in __ memory segment.</vt:lpstr>
      <vt:lpstr>Question 18: ___ is a proper technique that illustrates the right solution in logical and feasible steps?</vt:lpstr>
      <vt:lpstr>Question 19: ___ is depending upon the power of the computer, it can perform, it can take Millions of instructions per second.</vt:lpstr>
      <vt:lpstr>Question 20: In 1822, who developed a machine capable to calculate the successive difference of expression and prepared a table which helped him in his calculations.</vt:lpstr>
      <vt:lpstr>END OF THE FIRST SESSION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1: The type of computer, which has the properties of both i.e. analogue computer and digital computer, is known as _________</dc:title>
  <dc:creator>AfooTECH Global</dc:creator>
  <cp:lastModifiedBy>AfooTECH Global</cp:lastModifiedBy>
  <cp:revision>35</cp:revision>
  <dcterms:created xsi:type="dcterms:W3CDTF">2025-07-23T03:38:44Z</dcterms:created>
  <dcterms:modified xsi:type="dcterms:W3CDTF">2025-07-23T05:52:39Z</dcterms:modified>
</cp:coreProperties>
</file>