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576015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028435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661842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638104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517662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538882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717621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871762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999113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595528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671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254374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38584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144512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841251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213999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77A15-95F6-4FF1-92A3-74E4AEE12F82}" type="datetimeFigureOut">
              <a:rPr lang="en-NG" smtClean="0"/>
              <a:t>23/07/2025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2324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007" y="1896535"/>
            <a:ext cx="9903056" cy="1646302"/>
          </a:xfrm>
        </p:spPr>
        <p:txBody>
          <a:bodyPr/>
          <a:lstStyle/>
          <a:p>
            <a:pPr algn="ctr"/>
            <a:r>
              <a:rPr lang="en-US" b="1" dirty="0" smtClean="0"/>
              <a:t>NACOS QUIZ </a:t>
            </a:r>
            <a:r>
              <a:rPr lang="en-US" b="1" dirty="0">
                <a:solidFill>
                  <a:schemeClr val="tx1"/>
                </a:solidFill>
              </a:rPr>
              <a:t>COMPETITION</a:t>
            </a:r>
            <a:r>
              <a:rPr lang="en-US" b="1" dirty="0"/>
              <a:t> 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007" y="3542834"/>
            <a:ext cx="8159447" cy="1096899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			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2024/2025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Academic Session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3663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C56FE6-2440-7CEF-B28F-1917A81C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2"/>
                </a:solidFill>
              </a:rPr>
              <a:t>GUIDELINES &amp; RULES OF THE COMPETITION</a:t>
            </a:r>
            <a:endParaRPr lang="en-NG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C62CAD-7103-F38C-EEA3-40A6D6237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1972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sz="2200" dirty="0" smtClean="0"/>
              <a:t>TEN(10) FOR FIRST SECTION (Note: Representative should ask FIVE(5))</a:t>
            </a:r>
          </a:p>
          <a:p>
            <a:pPr>
              <a:lnSpc>
                <a:spcPct val="200000"/>
              </a:lnSpc>
            </a:pPr>
            <a:r>
              <a:rPr lang="en-US" sz="2200" dirty="0"/>
              <a:t>TEN(10) FOR </a:t>
            </a:r>
            <a:r>
              <a:rPr lang="en-US" sz="2200" dirty="0" smtClean="0"/>
              <a:t>SECOND SECTION </a:t>
            </a:r>
            <a:r>
              <a:rPr lang="en-US" sz="2200" dirty="0"/>
              <a:t>(Note: Representative should ask FIVE(5</a:t>
            </a:r>
            <a:r>
              <a:rPr lang="en-US" sz="2200" dirty="0" smtClean="0"/>
              <a:t>))</a:t>
            </a:r>
          </a:p>
          <a:p>
            <a:pPr>
              <a:lnSpc>
                <a:spcPct val="200000"/>
              </a:lnSpc>
            </a:pPr>
            <a:r>
              <a:rPr lang="en-US" sz="2200" dirty="0" smtClean="0"/>
              <a:t>Per Question is 20 Seconds for representatives to answer question</a:t>
            </a:r>
          </a:p>
          <a:p>
            <a:pPr>
              <a:lnSpc>
                <a:spcPct val="200000"/>
              </a:lnSpc>
            </a:pPr>
            <a:r>
              <a:rPr lang="en-US" sz="2200" dirty="0" smtClean="0"/>
              <a:t>Only Representatives are allow to talk during the session</a:t>
            </a:r>
          </a:p>
          <a:p>
            <a:pPr>
              <a:lnSpc>
                <a:spcPct val="200000"/>
              </a:lnSpc>
            </a:pPr>
            <a:r>
              <a:rPr lang="en-US" sz="2200" dirty="0" smtClean="0"/>
              <a:t>Any Student answer question outside the representatives, question will be nullified for the representative</a:t>
            </a:r>
            <a:endParaRPr lang="en-US" sz="2200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8994278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5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69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NACOS QUIZ COMPETITION </vt:lpstr>
      <vt:lpstr>GUIDELINES &amp; RULES OF THE COMPETITION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NACOS ND QUIZ COMPETITION </dc:title>
  <dc:creator>AfooTECH Global</dc:creator>
  <cp:lastModifiedBy>AfooTECH Global</cp:lastModifiedBy>
  <cp:revision>10</cp:revision>
  <dcterms:created xsi:type="dcterms:W3CDTF">2025-07-22T20:05:10Z</dcterms:created>
  <dcterms:modified xsi:type="dcterms:W3CDTF">2025-07-23T05:51:59Z</dcterms:modified>
</cp:coreProperties>
</file>