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5760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02843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66184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63810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5176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53888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71762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87176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99911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59552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671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25437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3858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14451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84125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21399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7A15-95F6-4FF1-92A3-74E4AEE12F82}" type="datetimeFigureOut">
              <a:rPr lang="en-NG" smtClean="0"/>
              <a:t>13/08/2025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EEA2F96-E492-4BB2-91BB-5F8A4A2713B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324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075" y="2891918"/>
            <a:ext cx="9903056" cy="902709"/>
          </a:xfrm>
        </p:spPr>
        <p:txBody>
          <a:bodyPr/>
          <a:lstStyle/>
          <a:p>
            <a:pPr algn="ctr"/>
            <a:r>
              <a:rPr lang="en-US" b="1" dirty="0" smtClean="0"/>
              <a:t>WELCOME TO </a:t>
            </a:r>
            <a:r>
              <a:rPr lang="en-US" b="1" dirty="0" smtClean="0">
                <a:solidFill>
                  <a:schemeClr val="tx1"/>
                </a:solidFill>
              </a:rPr>
              <a:t>NACOS MAPOLY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7614" y="3927147"/>
            <a:ext cx="8176379" cy="76834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			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2024/2025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Academic Session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34" y="434927"/>
            <a:ext cx="2448340" cy="244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66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>
        <p14:ripple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075" y="2758662"/>
            <a:ext cx="9903056" cy="1646302"/>
          </a:xfrm>
        </p:spPr>
        <p:txBody>
          <a:bodyPr/>
          <a:lstStyle/>
          <a:p>
            <a:pPr algn="ctr"/>
            <a:r>
              <a:rPr lang="en-US" b="1" dirty="0" smtClean="0"/>
              <a:t>NACOS </a:t>
            </a:r>
            <a:r>
              <a:rPr lang="en-US" b="1" dirty="0" smtClean="0"/>
              <a:t>TECH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tx1"/>
                </a:solidFill>
              </a:rPr>
              <a:t>COMPETITION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(Hackathon)</a:t>
            </a:r>
            <a:r>
              <a:rPr lang="en-US" b="1" dirty="0" smtClean="0"/>
              <a:t> 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075" y="4616262"/>
            <a:ext cx="8159447" cy="109689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			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2024/2025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Academic Session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044" y="191788"/>
            <a:ext cx="2448340" cy="244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06386"/>
      </p:ext>
    </p:extLst>
  </p:cSld>
  <p:clrMapOvr>
    <a:masterClrMapping/>
  </p:clrMapOvr>
  <p:transition spd="slow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678" y="3034748"/>
            <a:ext cx="9935453" cy="1775791"/>
          </a:xfrm>
        </p:spPr>
        <p:txBody>
          <a:bodyPr/>
          <a:lstStyle/>
          <a:p>
            <a:pPr algn="ctr"/>
            <a:r>
              <a:rPr lang="en-US" b="1" dirty="0" smtClean="0"/>
              <a:t>WELCOME </a:t>
            </a:r>
            <a:r>
              <a:rPr lang="en-US" b="1" dirty="0" smtClean="0">
                <a:solidFill>
                  <a:schemeClr val="tx1"/>
                </a:solidFill>
              </a:rPr>
              <a:t>ADDRESS</a:t>
            </a:r>
            <a:br>
              <a:rPr lang="en-US" b="1" dirty="0" smtClean="0">
                <a:solidFill>
                  <a:schemeClr val="tx1"/>
                </a:solidFill>
              </a:rPr>
            </a:b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41480"/>
            <a:ext cx="7129669" cy="7508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NACOS TECH COMPETITION (Hackathon/Pitching)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1" y="125528"/>
            <a:ext cx="2803202" cy="280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61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>
        <p14:flash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842" y="2955236"/>
            <a:ext cx="10425785" cy="2420774"/>
          </a:xfrm>
        </p:spPr>
        <p:txBody>
          <a:bodyPr/>
          <a:lstStyle/>
          <a:p>
            <a:pPr algn="ctr"/>
            <a:r>
              <a:rPr lang="en-US" b="1" dirty="0" smtClean="0"/>
              <a:t>First Speech </a:t>
            </a:r>
            <a:r>
              <a:rPr lang="en-US" b="1" dirty="0" smtClean="0">
                <a:solidFill>
                  <a:schemeClr val="tx1"/>
                </a:solidFill>
              </a:rPr>
              <a:t>By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err="1" smtClean="0">
                <a:solidFill>
                  <a:schemeClr val="tx1"/>
                </a:solidFill>
              </a:rPr>
              <a:t>Dr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Orunsolu</a:t>
            </a:r>
            <a:r>
              <a:rPr lang="en-US" b="1" dirty="0" smtClean="0">
                <a:solidFill>
                  <a:schemeClr val="tx1"/>
                </a:solidFill>
              </a:rPr>
              <a:t> A.A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(HOD)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41480"/>
            <a:ext cx="7129669" cy="7508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NACOS TECH COMPETITION (Hackathon/Pitching)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497" y="92764"/>
            <a:ext cx="2663687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39479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843" y="2822715"/>
            <a:ext cx="10545054" cy="2440652"/>
          </a:xfrm>
        </p:spPr>
        <p:txBody>
          <a:bodyPr/>
          <a:lstStyle/>
          <a:p>
            <a:pPr algn="ctr"/>
            <a:r>
              <a:rPr lang="en-US" b="1" dirty="0" smtClean="0"/>
              <a:t>Second </a:t>
            </a:r>
            <a:r>
              <a:rPr lang="en-US" b="1" dirty="0" smtClean="0"/>
              <a:t>Speech </a:t>
            </a:r>
            <a:r>
              <a:rPr lang="en-US" b="1" dirty="0" smtClean="0">
                <a:solidFill>
                  <a:schemeClr val="tx1"/>
                </a:solidFill>
              </a:rPr>
              <a:t>By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err="1" smtClean="0">
                <a:solidFill>
                  <a:schemeClr val="tx1"/>
                </a:solidFill>
              </a:rPr>
              <a:t>Comr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Oladele</a:t>
            </a:r>
            <a:r>
              <a:rPr lang="en-US" b="1" dirty="0" smtClean="0">
                <a:solidFill>
                  <a:schemeClr val="tx1"/>
                </a:solidFill>
              </a:rPr>
              <a:t> Philip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(NACOS President)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41480"/>
            <a:ext cx="7129669" cy="7508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NACOS TECH COMPETITION (Hackathon/Pitching)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-1"/>
            <a:ext cx="2822715" cy="28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39934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678" y="2769705"/>
            <a:ext cx="9846366" cy="2782956"/>
          </a:xfrm>
        </p:spPr>
        <p:txBody>
          <a:bodyPr/>
          <a:lstStyle/>
          <a:p>
            <a:pPr algn="ctr"/>
            <a:r>
              <a:rPr lang="en-US" b="1" dirty="0" smtClean="0"/>
              <a:t>Professional Field </a:t>
            </a:r>
            <a:r>
              <a:rPr lang="en-US" b="1" dirty="0" smtClean="0">
                <a:solidFill>
                  <a:schemeClr val="tx1"/>
                </a:solidFill>
              </a:rPr>
              <a:t>&amp;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Keynote Session</a:t>
            </a:r>
            <a:br>
              <a:rPr lang="en-US" b="1" dirty="0" smtClean="0">
                <a:solidFill>
                  <a:schemeClr val="tx1"/>
                </a:solidFill>
              </a:rPr>
            </a:b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41480"/>
            <a:ext cx="7129669" cy="7508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NACOS TECH COMPETITION (Hackathon/Pitching)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91" y="36442"/>
            <a:ext cx="2905541" cy="290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54541"/>
      </p:ext>
    </p:extLst>
  </p:cSld>
  <p:clrMapOvr>
    <a:masterClrMapping/>
  </p:clrMapOvr>
  <p:transition spd="slow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173" y="2941982"/>
            <a:ext cx="9886123" cy="2782957"/>
          </a:xfrm>
        </p:spPr>
        <p:txBody>
          <a:bodyPr/>
          <a:lstStyle/>
          <a:p>
            <a:pPr algn="ctr"/>
            <a:r>
              <a:rPr lang="en-US" b="1" dirty="0" smtClean="0"/>
              <a:t>About </a:t>
            </a:r>
            <a:r>
              <a:rPr lang="en-US" b="1" dirty="0" smtClean="0">
                <a:solidFill>
                  <a:schemeClr val="tx1"/>
                </a:solidFill>
              </a:rPr>
              <a:t>the Competition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By </a:t>
            </a:r>
            <a:r>
              <a:rPr lang="en-US" b="1" dirty="0" err="1" smtClean="0">
                <a:solidFill>
                  <a:schemeClr val="tx1"/>
                </a:solidFill>
              </a:rPr>
              <a:t>Mr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Durosimi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Adekunle</a:t>
            </a: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41480"/>
            <a:ext cx="7129669" cy="7508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NACOS TECH COMPETITION (Hackathon/Pitching)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549" y="0"/>
            <a:ext cx="2941983" cy="294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5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>
        <p14:gallery dir="l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8A0F-8275-4C84-E22A-D634000C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912" y="2787331"/>
            <a:ext cx="9886123" cy="3260036"/>
          </a:xfrm>
        </p:spPr>
        <p:txBody>
          <a:bodyPr/>
          <a:lstStyle/>
          <a:p>
            <a:pPr algn="ctr"/>
            <a:r>
              <a:rPr lang="en-US" b="1" dirty="0"/>
              <a:t>Confirmations of Participant </a:t>
            </a:r>
            <a:r>
              <a:rPr lang="en-US" b="1" dirty="0">
                <a:solidFill>
                  <a:schemeClr val="tx1"/>
                </a:solidFill>
              </a:rPr>
              <a:t>Registration &amp; Team Formation</a:t>
            </a: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284C9B-F835-C17F-7E9C-4DA4D320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41480"/>
            <a:ext cx="7129669" cy="75086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NACOS TECH COMPETITION (Hackathon/Pitching)</a:t>
            </a:r>
            <a:endParaRPr lang="en-NG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477" y="97139"/>
            <a:ext cx="2690192" cy="269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83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>
        <p14:flythrough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64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WELCOME TO NACOS MAPOLY</vt:lpstr>
      <vt:lpstr>NACOS TECH COMPETITION (Hackathon) </vt:lpstr>
      <vt:lpstr>WELCOME ADDRESS </vt:lpstr>
      <vt:lpstr>First Speech By  Dr Orunsolu A.A (HOD)</vt:lpstr>
      <vt:lpstr>Second Speech By  Comr Oladele Philip (NACOS President)</vt:lpstr>
      <vt:lpstr>Professional Field &amp;  Keynote Session </vt:lpstr>
      <vt:lpstr>About the Competition  By Mr Durosimi Adekunle </vt:lpstr>
      <vt:lpstr>Confirmations of Participant Registration &amp; Team Formation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NACOS ND QUIZ COMPETITION </dc:title>
  <dc:creator>AfooTECH Global</dc:creator>
  <cp:lastModifiedBy>AfooTECH Global</cp:lastModifiedBy>
  <cp:revision>17</cp:revision>
  <dcterms:created xsi:type="dcterms:W3CDTF">2025-07-22T20:05:10Z</dcterms:created>
  <dcterms:modified xsi:type="dcterms:W3CDTF">2025-08-13T01:40:15Z</dcterms:modified>
</cp:coreProperties>
</file>